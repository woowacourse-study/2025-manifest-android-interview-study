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Do Hyeon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oHyeo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d086d21c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d086d21c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d086d21c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d086d21c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d086d21c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d086d21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d086d21c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d086d21c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d086d21c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d086d21c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d086d21c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d086d21c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d086d21c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d086d21c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d086d21c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d086d21c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086d21c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d086d21c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d086d21c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d086d21c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d086d21c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d086d21c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d086d21c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d086d21c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d086d21c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d086d21c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d086d21c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d086d21c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d086d21c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d086d21c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d086d21ce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d086d21c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d086d21c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d086d21c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d086d21c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d086d21c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백그라운드 작업 관리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백그라운드 작업?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-"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네트워크 요청 및 데이터 동기화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-"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미디어 재생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-"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위치 기반 서비스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-"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etc…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850" y="639262"/>
            <a:ext cx="2616299" cy="386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1. </a:t>
            </a:r>
            <a:r>
              <a:rPr lang="ko">
                <a:latin typeface="Do Hyeon"/>
                <a:ea typeface="Do Hyeon"/>
                <a:cs typeface="Do Hyeon"/>
                <a:sym typeface="Do Hyeon"/>
              </a:rPr>
              <a:t>앱이 사용자와 상호작용하고 있을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00" y="1103313"/>
            <a:ext cx="7419975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2. 앱이 </a:t>
            </a:r>
            <a:r>
              <a:rPr lang="ko">
                <a:latin typeface="Do Hyeon"/>
                <a:ea typeface="Do Hyeon"/>
                <a:cs typeface="Do Hyeon"/>
                <a:sym typeface="Do Hyeon"/>
              </a:rPr>
              <a:t>백그라운드에 있을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13" y="1222375"/>
            <a:ext cx="8486775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2. 앱이 백그라운드에 있을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150" y="1098550"/>
            <a:ext cx="4457700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" y="1274750"/>
            <a:ext cx="83439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</a:t>
            </a:r>
            <a:r>
              <a:rPr lang="ko">
                <a:latin typeface="Do Hyeon"/>
                <a:ea typeface="Do Hyeon"/>
                <a:cs typeface="Do Hyeon"/>
                <a:sym typeface="Do Hyeon"/>
              </a:rPr>
              <a:t>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350" y="1084250"/>
            <a:ext cx="639127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875" y="936625"/>
            <a:ext cx="657225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129" y="1152475"/>
            <a:ext cx="623773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0" y="2161488"/>
            <a:ext cx="6477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00" y="1561413"/>
            <a:ext cx="818197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137" y="1402586"/>
            <a:ext cx="7997725" cy="29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1884350"/>
            <a:ext cx="832485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813" y="1169913"/>
            <a:ext cx="6638375" cy="33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587" y="1152475"/>
            <a:ext cx="5464823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AlarmManager + JobScheduler + ForegroundService + BroadcastReceiver 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WorkManager</a:t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WorkManager는 내부적으로 모두 사용하고 있다.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042" y="1043113"/>
            <a:ext cx="5729920" cy="36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Case 3. 앱이 실행되고 있지 않을 때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00" y="1379525"/>
            <a:ext cx="6629400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Do Hyeon"/>
                <a:ea typeface="Do Hyeon"/>
                <a:cs typeface="Do Hyeon"/>
                <a:sym typeface="Do Hyeon"/>
              </a:rPr>
              <a:t>결론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앱이 실행되고 있을 때 -&gt; Coroutine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백그라운드에 있으며, 사용자에게 알려야 할 때 -&gt; ForegroundService (WorkManager 대체 가능)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앱이 실행되고 있지 않을 때 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-"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특정 날짜 및 시간에 반드시 실행해야 할 때 -&gt; AlarmManager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-"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특정 조건에 따라 실행해야 할 때 -&gt; JobScheduler (WorkManager 대체 가능)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그냥 WorkManager를 쓰면 대부분 해결된다.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안드로이드에서도 WorkManager 권장함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